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League Spartan" charset="1" panose="00000800000000000000"/>
      <p:regular r:id="rId12"/>
    </p:embeddedFont>
    <p:embeddedFont>
      <p:font typeface="Lato Bold" charset="1" panose="020F0502020204030203"/>
      <p:regular r:id="rId13"/>
    </p:embeddedFont>
    <p:embeddedFont>
      <p:font typeface="Poppins" charset="1" panose="00000500000000000000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45155" y="2840632"/>
            <a:ext cx="1746348" cy="1746348"/>
          </a:xfrm>
          <a:custGeom>
            <a:avLst/>
            <a:gdLst/>
            <a:ahLst/>
            <a:cxnLst/>
            <a:rect r="r" b="b" t="t" l="l"/>
            <a:pathLst>
              <a:path h="1746348" w="1746348">
                <a:moveTo>
                  <a:pt x="0" y="0"/>
                </a:moveTo>
                <a:lnTo>
                  <a:pt x="1746348" y="0"/>
                </a:lnTo>
                <a:lnTo>
                  <a:pt x="1746348" y="1746349"/>
                </a:lnTo>
                <a:lnTo>
                  <a:pt x="0" y="17463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99303" y="7693187"/>
            <a:ext cx="1435991" cy="1565113"/>
          </a:xfrm>
          <a:custGeom>
            <a:avLst/>
            <a:gdLst/>
            <a:ahLst/>
            <a:cxnLst/>
            <a:rect r="r" b="b" t="t" l="l"/>
            <a:pathLst>
              <a:path h="1565113" w="1435991">
                <a:moveTo>
                  <a:pt x="0" y="0"/>
                </a:moveTo>
                <a:lnTo>
                  <a:pt x="1435991" y="0"/>
                </a:lnTo>
                <a:lnTo>
                  <a:pt x="1435991" y="1565113"/>
                </a:lnTo>
                <a:lnTo>
                  <a:pt x="0" y="1565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154619" y="2959179"/>
            <a:ext cx="1538300" cy="1538300"/>
          </a:xfrm>
          <a:custGeom>
            <a:avLst/>
            <a:gdLst/>
            <a:ahLst/>
            <a:cxnLst/>
            <a:rect r="r" b="b" t="t" l="l"/>
            <a:pathLst>
              <a:path h="1538300" w="1538300">
                <a:moveTo>
                  <a:pt x="0" y="0"/>
                </a:moveTo>
                <a:lnTo>
                  <a:pt x="1538300" y="0"/>
                </a:lnTo>
                <a:lnTo>
                  <a:pt x="1538300" y="1538300"/>
                </a:lnTo>
                <a:lnTo>
                  <a:pt x="0" y="15383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32065" y="7768100"/>
            <a:ext cx="2235300" cy="1490200"/>
          </a:xfrm>
          <a:custGeom>
            <a:avLst/>
            <a:gdLst/>
            <a:ahLst/>
            <a:cxnLst/>
            <a:rect r="r" b="b" t="t" l="l"/>
            <a:pathLst>
              <a:path h="1490200" w="2235300">
                <a:moveTo>
                  <a:pt x="0" y="0"/>
                </a:moveTo>
                <a:lnTo>
                  <a:pt x="2235300" y="0"/>
                </a:lnTo>
                <a:lnTo>
                  <a:pt x="2235300" y="1490200"/>
                </a:lnTo>
                <a:lnTo>
                  <a:pt x="0" y="1490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053001" y="5776309"/>
            <a:ext cx="988335" cy="714072"/>
          </a:xfrm>
          <a:custGeom>
            <a:avLst/>
            <a:gdLst/>
            <a:ahLst/>
            <a:cxnLst/>
            <a:rect r="r" b="b" t="t" l="l"/>
            <a:pathLst>
              <a:path h="714072" w="988335">
                <a:moveTo>
                  <a:pt x="0" y="0"/>
                </a:moveTo>
                <a:lnTo>
                  <a:pt x="988335" y="0"/>
                </a:lnTo>
                <a:lnTo>
                  <a:pt x="988335" y="714071"/>
                </a:lnTo>
                <a:lnTo>
                  <a:pt x="0" y="714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15750" y="3211127"/>
            <a:ext cx="1034404" cy="1034404"/>
          </a:xfrm>
          <a:custGeom>
            <a:avLst/>
            <a:gdLst/>
            <a:ahLst/>
            <a:cxnLst/>
            <a:rect r="r" b="b" t="t" l="l"/>
            <a:pathLst>
              <a:path h="1034404" w="1034404">
                <a:moveTo>
                  <a:pt x="0" y="0"/>
                </a:moveTo>
                <a:lnTo>
                  <a:pt x="1034404" y="0"/>
                </a:lnTo>
                <a:lnTo>
                  <a:pt x="1034404" y="1034404"/>
                </a:lnTo>
                <a:lnTo>
                  <a:pt x="0" y="10344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71200" y="7872859"/>
            <a:ext cx="1280682" cy="1280682"/>
          </a:xfrm>
          <a:custGeom>
            <a:avLst/>
            <a:gdLst/>
            <a:ahLst/>
            <a:cxnLst/>
            <a:rect r="r" b="b" t="t" l="l"/>
            <a:pathLst>
              <a:path h="1280682" w="1280682">
                <a:moveTo>
                  <a:pt x="0" y="0"/>
                </a:moveTo>
                <a:lnTo>
                  <a:pt x="1280683" y="0"/>
                </a:lnTo>
                <a:lnTo>
                  <a:pt x="1280683" y="1280682"/>
                </a:lnTo>
                <a:lnTo>
                  <a:pt x="0" y="12806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473508" y="5678298"/>
            <a:ext cx="923573" cy="923573"/>
          </a:xfrm>
          <a:custGeom>
            <a:avLst/>
            <a:gdLst/>
            <a:ahLst/>
            <a:cxnLst/>
            <a:rect r="r" b="b" t="t" l="l"/>
            <a:pathLst>
              <a:path h="923573" w="923573">
                <a:moveTo>
                  <a:pt x="0" y="0"/>
                </a:moveTo>
                <a:lnTo>
                  <a:pt x="923572" y="0"/>
                </a:lnTo>
                <a:lnTo>
                  <a:pt x="923572" y="923572"/>
                </a:lnTo>
                <a:lnTo>
                  <a:pt x="0" y="923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 flipH="true">
            <a:off x="10053001" y="4586981"/>
            <a:ext cx="2265328" cy="32858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5" id="15"/>
          <p:cNvSpPr/>
          <p:nvPr/>
        </p:nvSpPr>
        <p:spPr>
          <a:xfrm flipH="true">
            <a:off x="12217298" y="4586981"/>
            <a:ext cx="101031" cy="31062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6" id="16"/>
          <p:cNvSpPr/>
          <p:nvPr/>
        </p:nvSpPr>
        <p:spPr>
          <a:xfrm>
            <a:off x="12318329" y="4586981"/>
            <a:ext cx="2531386" cy="318111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 flipH="true">
            <a:off x="8850154" y="3713807"/>
            <a:ext cx="2595000" cy="145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 flipH="true" flipV="true">
            <a:off x="13191503" y="3713807"/>
            <a:ext cx="1963116" cy="145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4150061" y="502597"/>
            <a:ext cx="1399308" cy="1399308"/>
          </a:xfrm>
          <a:custGeom>
            <a:avLst/>
            <a:gdLst/>
            <a:ahLst/>
            <a:cxnLst/>
            <a:rect r="r" b="b" t="t" l="l"/>
            <a:pathLst>
              <a:path h="1399308" w="1399308">
                <a:moveTo>
                  <a:pt x="0" y="0"/>
                </a:moveTo>
                <a:lnTo>
                  <a:pt x="1399308" y="0"/>
                </a:lnTo>
                <a:lnTo>
                  <a:pt x="1399308" y="1399307"/>
                </a:lnTo>
                <a:lnTo>
                  <a:pt x="0" y="13993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681184"/>
            <a:ext cx="5634574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062124"/>
            <a:ext cx="6273165" cy="4810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6"/>
              </a:lnSpc>
            </a:pPr>
          </a:p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components: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User Management using Bash scripts 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 Automation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Notifications sent upon pipeline execution.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Services: </a:t>
            </a: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Apache, Grafana, Jenkins, Gogs, Mail Transfer Agent, Ansible, Docker.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  <p:sp>
        <p:nvSpPr>
          <p:cNvPr name="AutoShape 23" id="23"/>
          <p:cNvSpPr/>
          <p:nvPr/>
        </p:nvSpPr>
        <p:spPr>
          <a:xfrm>
            <a:off x="14849715" y="1901904"/>
            <a:ext cx="1074054" cy="10572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4" id="24"/>
          <p:cNvSpPr txBox="true"/>
          <p:nvPr/>
        </p:nvSpPr>
        <p:spPr>
          <a:xfrm rot="0">
            <a:off x="12068946" y="6653115"/>
            <a:ext cx="2081115" cy="40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playbook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145503" y="3112438"/>
            <a:ext cx="2009116" cy="40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4"/>
              </a:lnSpc>
            </a:pPr>
            <a:r>
              <a:rPr lang="en-US" sz="24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Trigger</a:t>
            </a:r>
          </a:p>
        </p:txBody>
      </p:sp>
      <p:sp>
        <p:nvSpPr>
          <p:cNvPr name="TextBox 26" id="26"/>
          <p:cNvSpPr txBox="true"/>
          <p:nvPr/>
        </p:nvSpPr>
        <p:spPr>
          <a:xfrm rot="2825318">
            <a:off x="14665686" y="1974870"/>
            <a:ext cx="2081115" cy="40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push</a:t>
            </a:r>
          </a:p>
        </p:txBody>
      </p:sp>
      <p:sp>
        <p:nvSpPr>
          <p:cNvPr name="TextBox 27" id="27"/>
          <p:cNvSpPr txBox="true"/>
          <p:nvPr/>
        </p:nvSpPr>
        <p:spPr>
          <a:xfrm rot="-3367229">
            <a:off x="8819733" y="5695550"/>
            <a:ext cx="2081115" cy="40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50154" y="3158505"/>
            <a:ext cx="2081115" cy="40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8"/>
              </a:lnSpc>
            </a:pPr>
            <a:r>
              <a:rPr lang="en-US" sz="245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send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93605" y="1028700"/>
            <a:ext cx="7791193" cy="3878388"/>
          </a:xfrm>
          <a:custGeom>
            <a:avLst/>
            <a:gdLst/>
            <a:ahLst/>
            <a:cxnLst/>
            <a:rect r="r" b="b" t="t" l="l"/>
            <a:pathLst>
              <a:path h="3878388" w="7791193">
                <a:moveTo>
                  <a:pt x="0" y="0"/>
                </a:moveTo>
                <a:lnTo>
                  <a:pt x="7791193" y="0"/>
                </a:lnTo>
                <a:lnTo>
                  <a:pt x="7791193" y="3878388"/>
                </a:lnTo>
                <a:lnTo>
                  <a:pt x="0" y="3878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05" t="-29208" r="-11503" b="-1012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3605" y="5540391"/>
            <a:ext cx="7567825" cy="4194040"/>
          </a:xfrm>
          <a:custGeom>
            <a:avLst/>
            <a:gdLst/>
            <a:ahLst/>
            <a:cxnLst/>
            <a:rect r="r" b="b" t="t" l="l"/>
            <a:pathLst>
              <a:path h="4194040" w="7567825">
                <a:moveTo>
                  <a:pt x="0" y="0"/>
                </a:moveTo>
                <a:lnTo>
                  <a:pt x="7567825" y="0"/>
                </a:lnTo>
                <a:lnTo>
                  <a:pt x="7567825" y="4194040"/>
                </a:lnTo>
                <a:lnTo>
                  <a:pt x="0" y="4194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82450" y="1681184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98245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GOGS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82450" y="3442532"/>
            <a:ext cx="5634574" cy="135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 Gogs on a VM to manage Git repositories.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 Repo and access token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82450" y="5646029"/>
            <a:ext cx="5634574" cy="173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6"/>
              </a:lnSpc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Set Up Webhook in Gogs: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Jenkins URL and specify the trigger event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5862694"/>
            <a:ext cx="6704829" cy="2951984"/>
          </a:xfrm>
          <a:custGeom>
            <a:avLst/>
            <a:gdLst/>
            <a:ahLst/>
            <a:cxnLst/>
            <a:rect r="r" b="b" t="t" l="l"/>
            <a:pathLst>
              <a:path h="2951984" w="6704829">
                <a:moveTo>
                  <a:pt x="0" y="0"/>
                </a:moveTo>
                <a:lnTo>
                  <a:pt x="6704829" y="0"/>
                </a:lnTo>
                <a:lnTo>
                  <a:pt x="6704829" y="2951984"/>
                </a:lnTo>
                <a:lnTo>
                  <a:pt x="0" y="2951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867" r="-484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471803"/>
            <a:ext cx="5427647" cy="3963642"/>
          </a:xfrm>
          <a:custGeom>
            <a:avLst/>
            <a:gdLst/>
            <a:ahLst/>
            <a:cxnLst/>
            <a:rect r="r" b="b" t="t" l="l"/>
            <a:pathLst>
              <a:path h="3963642" w="5427647">
                <a:moveTo>
                  <a:pt x="0" y="0"/>
                </a:moveTo>
                <a:lnTo>
                  <a:pt x="5427647" y="0"/>
                </a:lnTo>
                <a:lnTo>
                  <a:pt x="5427647" y="3963641"/>
                </a:lnTo>
                <a:lnTo>
                  <a:pt x="0" y="3963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39747" y="1471803"/>
            <a:ext cx="3123402" cy="3963642"/>
          </a:xfrm>
          <a:custGeom>
            <a:avLst/>
            <a:gdLst/>
            <a:ahLst/>
            <a:cxnLst/>
            <a:rect r="r" b="b" t="t" l="l"/>
            <a:pathLst>
              <a:path h="3963642" w="3123402">
                <a:moveTo>
                  <a:pt x="0" y="0"/>
                </a:moveTo>
                <a:lnTo>
                  <a:pt x="3123402" y="0"/>
                </a:lnTo>
                <a:lnTo>
                  <a:pt x="3123402" y="3963641"/>
                </a:lnTo>
                <a:lnTo>
                  <a:pt x="0" y="39636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88009" b="-993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743796" y="6473726"/>
            <a:ext cx="9067067" cy="2340952"/>
          </a:xfrm>
          <a:custGeom>
            <a:avLst/>
            <a:gdLst/>
            <a:ahLst/>
            <a:cxnLst/>
            <a:rect r="r" b="b" t="t" l="l"/>
            <a:pathLst>
              <a:path h="2340952" w="9067067">
                <a:moveTo>
                  <a:pt x="0" y="0"/>
                </a:moveTo>
                <a:lnTo>
                  <a:pt x="9067067" y="0"/>
                </a:lnTo>
                <a:lnTo>
                  <a:pt x="9067067" y="2340952"/>
                </a:lnTo>
                <a:lnTo>
                  <a:pt x="0" y="23409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391" t="-107219" r="-36027" b="-11613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82450" y="1681184"/>
            <a:ext cx="424338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PIPELINE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8245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JENKINS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31245" y="3592364"/>
            <a:ext cx="6228055" cy="269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defines the stages of your Jenkins pipeline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configure Build Triggers section 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configure in the E-mail Notification section</a:t>
            </a:r>
          </a:p>
          <a:p>
            <a:pPr algn="l" marL="545355" indent="-272678" lvl="1">
              <a:lnSpc>
                <a:spcPts val="3536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necessary credentials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44798" y="1453995"/>
            <a:ext cx="5408398" cy="3316367"/>
          </a:xfrm>
          <a:custGeom>
            <a:avLst/>
            <a:gdLst/>
            <a:ahLst/>
            <a:cxnLst/>
            <a:rect r="r" b="b" t="t" l="l"/>
            <a:pathLst>
              <a:path h="3316367" w="5408398">
                <a:moveTo>
                  <a:pt x="0" y="0"/>
                </a:moveTo>
                <a:lnTo>
                  <a:pt x="5408397" y="0"/>
                </a:lnTo>
                <a:lnTo>
                  <a:pt x="5408397" y="3316367"/>
                </a:lnTo>
                <a:lnTo>
                  <a:pt x="0" y="3316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0647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43878" y="5724977"/>
            <a:ext cx="8418635" cy="3533323"/>
          </a:xfrm>
          <a:custGeom>
            <a:avLst/>
            <a:gdLst/>
            <a:ahLst/>
            <a:cxnLst/>
            <a:rect r="r" b="b" t="t" l="l"/>
            <a:pathLst>
              <a:path h="3533323" w="8418635">
                <a:moveTo>
                  <a:pt x="0" y="0"/>
                </a:moveTo>
                <a:lnTo>
                  <a:pt x="8418635" y="0"/>
                </a:lnTo>
                <a:lnTo>
                  <a:pt x="8418635" y="3533323"/>
                </a:lnTo>
                <a:lnTo>
                  <a:pt x="0" y="3533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327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726528"/>
            <a:ext cx="5634574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NOTIFICATIONS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EMAIL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5650" y="3054700"/>
            <a:ext cx="6207624" cy="287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5679" indent="-252839" lvl="1">
              <a:lnSpc>
                <a:spcPts val="3279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Install Postfix and S-nail</a:t>
            </a:r>
          </a:p>
          <a:p>
            <a:pPr algn="l" marL="505679" indent="-252839" lvl="1">
              <a:lnSpc>
                <a:spcPts val="3279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Set Up Gmail Authentication</a:t>
            </a:r>
          </a:p>
          <a:p>
            <a:pPr algn="l" marL="505679" indent="-252839" lvl="1">
              <a:lnSpc>
                <a:spcPts val="3279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Configure Postfix to use Gmail’s SMTP server for sending emails.</a:t>
            </a:r>
          </a:p>
          <a:p>
            <a:pPr algn="l" marL="505679" indent="-252839" lvl="1">
              <a:lnSpc>
                <a:spcPts val="3279"/>
              </a:lnSpc>
              <a:buFont typeface="Arial"/>
              <a:buChar char="•"/>
            </a:pPr>
            <a:r>
              <a:rPr lang="en-US" sz="234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Configure Jenkins to use local MTA</a:t>
            </a:r>
          </a:p>
          <a:p>
            <a:pPr algn="l">
              <a:lnSpc>
                <a:spcPts val="3279"/>
              </a:lnSpc>
            </a:pPr>
          </a:p>
          <a:p>
            <a:pPr algn="l">
              <a:lnSpc>
                <a:spcPts val="3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40469" y="3691542"/>
            <a:ext cx="8103531" cy="3427118"/>
          </a:xfrm>
          <a:custGeom>
            <a:avLst/>
            <a:gdLst/>
            <a:ahLst/>
            <a:cxnLst/>
            <a:rect r="r" b="b" t="t" l="l"/>
            <a:pathLst>
              <a:path h="3427118" w="8103531">
                <a:moveTo>
                  <a:pt x="0" y="0"/>
                </a:moveTo>
                <a:lnTo>
                  <a:pt x="8103531" y="0"/>
                </a:lnTo>
                <a:lnTo>
                  <a:pt x="8103531" y="3427119"/>
                </a:lnTo>
                <a:lnTo>
                  <a:pt x="0" y="34271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41048" y="3691542"/>
            <a:ext cx="7918252" cy="3427118"/>
          </a:xfrm>
          <a:custGeom>
            <a:avLst/>
            <a:gdLst/>
            <a:ahLst/>
            <a:cxnLst/>
            <a:rect r="r" b="b" t="t" l="l"/>
            <a:pathLst>
              <a:path h="3427118" w="7918252">
                <a:moveTo>
                  <a:pt x="0" y="0"/>
                </a:moveTo>
                <a:lnTo>
                  <a:pt x="7918252" y="0"/>
                </a:lnTo>
                <a:lnTo>
                  <a:pt x="7918252" y="3427119"/>
                </a:lnTo>
                <a:lnTo>
                  <a:pt x="0" y="3427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726528"/>
            <a:ext cx="5634574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TRIGGER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2083777"/>
            <a:ext cx="5360115" cy="2493594"/>
          </a:xfrm>
          <a:custGeom>
            <a:avLst/>
            <a:gdLst/>
            <a:ahLst/>
            <a:cxnLst/>
            <a:rect r="r" b="b" t="t" l="l"/>
            <a:pathLst>
              <a:path h="2493594" w="5360115">
                <a:moveTo>
                  <a:pt x="0" y="0"/>
                </a:moveTo>
                <a:lnTo>
                  <a:pt x="5360115" y="0"/>
                </a:lnTo>
                <a:lnTo>
                  <a:pt x="5360115" y="2493594"/>
                </a:lnTo>
                <a:lnTo>
                  <a:pt x="0" y="2493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664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4799194"/>
            <a:ext cx="7107582" cy="2277329"/>
          </a:xfrm>
          <a:custGeom>
            <a:avLst/>
            <a:gdLst/>
            <a:ahLst/>
            <a:cxnLst/>
            <a:rect r="r" b="b" t="t" l="l"/>
            <a:pathLst>
              <a:path h="2277329" w="7107582">
                <a:moveTo>
                  <a:pt x="0" y="0"/>
                </a:moveTo>
                <a:lnTo>
                  <a:pt x="7107582" y="0"/>
                </a:lnTo>
                <a:lnTo>
                  <a:pt x="7107582" y="2277329"/>
                </a:lnTo>
                <a:lnTo>
                  <a:pt x="0" y="22773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131" r="0" b="-313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63163" y="1028700"/>
            <a:ext cx="6163165" cy="3466781"/>
          </a:xfrm>
          <a:custGeom>
            <a:avLst/>
            <a:gdLst/>
            <a:ahLst/>
            <a:cxnLst/>
            <a:rect r="r" b="b" t="t" l="l"/>
            <a:pathLst>
              <a:path h="3466781" w="6163165">
                <a:moveTo>
                  <a:pt x="0" y="0"/>
                </a:moveTo>
                <a:lnTo>
                  <a:pt x="6163165" y="0"/>
                </a:lnTo>
                <a:lnTo>
                  <a:pt x="6163165" y="3466781"/>
                </a:lnTo>
                <a:lnTo>
                  <a:pt x="0" y="34667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63163" y="4891669"/>
            <a:ext cx="6281209" cy="3533180"/>
          </a:xfrm>
          <a:custGeom>
            <a:avLst/>
            <a:gdLst/>
            <a:ahLst/>
            <a:cxnLst/>
            <a:rect r="r" b="b" t="t" l="l"/>
            <a:pathLst>
              <a:path h="3533180" w="6281209">
                <a:moveTo>
                  <a:pt x="0" y="0"/>
                </a:moveTo>
                <a:lnTo>
                  <a:pt x="6281209" y="0"/>
                </a:lnTo>
                <a:lnTo>
                  <a:pt x="6281209" y="3533180"/>
                </a:lnTo>
                <a:lnTo>
                  <a:pt x="0" y="35331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7391272"/>
            <a:ext cx="9894999" cy="1033577"/>
          </a:xfrm>
          <a:custGeom>
            <a:avLst/>
            <a:gdLst/>
            <a:ahLst/>
            <a:cxnLst/>
            <a:rect r="r" b="b" t="t" l="l"/>
            <a:pathLst>
              <a:path h="1033577" w="9894999">
                <a:moveTo>
                  <a:pt x="0" y="0"/>
                </a:moveTo>
                <a:lnTo>
                  <a:pt x="9894999" y="0"/>
                </a:lnTo>
                <a:lnTo>
                  <a:pt x="9894999" y="1033577"/>
                </a:lnTo>
                <a:lnTo>
                  <a:pt x="0" y="10335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003" t="-800547" r="-50358" b="-9764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CONTINUE...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DAGLmp40ec4</dc:identifier>
  <dcterms:modified xsi:type="dcterms:W3CDTF">2011-08-01T06:04:30Z</dcterms:modified>
  <cp:revision>1</cp:revision>
  <dc:title>Blue &amp; white company profile presentation</dc:title>
</cp:coreProperties>
</file>